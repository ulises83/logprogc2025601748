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42520-D6D2-42CF-8049-4DDE79B85AED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34B6E-4788-4672-84F2-2465930A51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739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42520-D6D2-42CF-8049-4DDE79B85AED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34B6E-4788-4672-84F2-2465930A51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221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42520-D6D2-42CF-8049-4DDE79B85AED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34B6E-4788-4672-84F2-2465930A51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657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42520-D6D2-42CF-8049-4DDE79B85AED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34B6E-4788-4672-84F2-2465930A51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912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42520-D6D2-42CF-8049-4DDE79B85AED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34B6E-4788-4672-84F2-2465930A51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067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42520-D6D2-42CF-8049-4DDE79B85AED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34B6E-4788-4672-84F2-2465930A51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679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42520-D6D2-42CF-8049-4DDE79B85AED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34B6E-4788-4672-84F2-2465930A51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136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42520-D6D2-42CF-8049-4DDE79B85AED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34B6E-4788-4672-84F2-2465930A51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415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42520-D6D2-42CF-8049-4DDE79B85AED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34B6E-4788-4672-84F2-2465930A51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011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42520-D6D2-42CF-8049-4DDE79B85AED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34B6E-4788-4672-84F2-2465930A51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746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42520-D6D2-42CF-8049-4DDE79B85AED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34B6E-4788-4672-84F2-2465930A51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968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42520-D6D2-42CF-8049-4DDE79B85AED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B34B6E-4788-4672-84F2-2465930A51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253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884379" y="-1338112"/>
            <a:ext cx="3708760" cy="10985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1560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ANGEL</dc:creator>
  <cp:lastModifiedBy>ANGEL</cp:lastModifiedBy>
  <cp:revision>1</cp:revision>
  <dcterms:created xsi:type="dcterms:W3CDTF">2025-03-27T02:25:16Z</dcterms:created>
  <dcterms:modified xsi:type="dcterms:W3CDTF">2025-03-27T02:25:53Z</dcterms:modified>
</cp:coreProperties>
</file>