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1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7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4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5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6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80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0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2D773-BC32-4BB3-8782-A1A19E67AE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EC395-CFB3-411E-896E-02E5B769D6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9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80655" y="-637596"/>
            <a:ext cx="6671608" cy="815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936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ANGEL</dc:creator>
  <cp:lastModifiedBy>ANGEL</cp:lastModifiedBy>
  <cp:revision>1</cp:revision>
  <dcterms:created xsi:type="dcterms:W3CDTF">2025-03-27T02:28:41Z</dcterms:created>
  <dcterms:modified xsi:type="dcterms:W3CDTF">2025-03-27T02:29:43Z</dcterms:modified>
</cp:coreProperties>
</file>